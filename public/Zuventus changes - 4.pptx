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1:41.7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3:05.62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202 504,'324'47,"-126"-35,139-1,-208-13,10-39,-135 37,1 0,-1-1,0 1,0-1,0 0,-1 0,1 0,-1-1,-1 1,1-1,-1 1,0-1,0 0,0 0,-1 0,0 0,0 0,-1 0,1 0,-1 0,-1 0,1 0,-1 0,0 0,-1 0,1 0,-1-1,0-25,0-174,-1 199,-1-1,1 1,-1 1,-1-1,1 1,-1-1,0 1,0 1,-1-1,0 1,0 0,0 0,-1 1,1-1,-1 1,0 1,0 0,-1 0,1 0,-1 1,1 0,-1 0,0 1,1 0,-1 0,0 1,0 0,-2 0,-451-23,118 23,168 41,167-40,0 0,1 0,-1 0,1 1,-1 0,1 1,0 0,0 0,0 0,0 1,1 0,-1 1,1-1,0 1,1 0,-1 1,1-1,0 1,0 0,1 0,-1 1,1-1,1 1,-1 0,1 0,-1 5,-44 129,48-131,1 0,0 0,1-1,0 1,1-1,0 1,0-1,1 0,0 0,0 0,1-1,0 0,1 0,0 0,0 0,1-1,0 0,0 0,0-1,1 0,0 0,1-1,4 3,3 0,-1-1,1-1,1 0,-1-1,1 0,0-2,0 0,8 0,70 15,-80-14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3:37.1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193 482,'102'3,"1"5,-2 4,54 15,31-5,-9-2,-2-7,126 6,98-5,116 46,-124-50,-240-12,229 3,-206 21,155-22,-174-38,-94 15,66-17,-108 29,-13 9,0-1,0 0,0 0,0 0,-1-1,0 0,1 0,-1-1,-1 1,1-1,-1 0,0 0,0-1,0 1,-1-1,1 0,2-6,-1 1,0-1,0 0,-1 0,-1 0,0-1,-1 1,0-1,-1 0,0 1,-1-1,0 0,-1 0,-1 1,0-1,-1 0,0 1,0 0,-2 0,0 0,0 0,-1 1,0 0,-1 0,0 0,-3-1,3 4,-6-6,-1 0,0 0,-1 2,0 0,-1 0,0 2,-1 0,0 1,-9-3,-2 1,-1 2,0 1,0 1,-1 2,1 1,-31 0,-341 5,-31 45,-866-47,546-68,627 68,-221 16,71 27,129 4,141-43,0 1,0-1,0 1,0 1,1-1,-1 1,1-1,0 1,1 0,-1 1,1-1,0 1,1-1,-1 1,1 0,0 0,0 0,1 0,0 0,0 0,0 0,1 1,0-1,0 0,1 0,0 1,0-1,0 0,0 0,3 4,-1 1,1-1,1 1,0-1,0 0,1 0,0-1,1 1,0-1,1-1,-1 1,2-2,-1 1,1-1,3 2,21 21,-28-25,0-1,0 0,1-1,-1 1,1-1,0 0,0 0,0-1,0 0,0 0,1 0,-1-1,1 0,-1 0,1 0,-1-1,1 0,1-1,16 2,161 20,-166-21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4:06.3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327 618,'-30'0,"49"0,761 0,-763 0,-12 1,-1 0,1 0,-1-1,1 0,-1 1,1-2,0 1,-1 0,1-1,-1 0,1 0,-1 0,0-1,1 1,-1-1,0 0,0 0,0-1,0 1,0-1,-1 0,1 0,-1 0,0 0,0-1,0 1,0-1,-1 0,3-12,-1 0,0 0,-1-1,-2 1,1-1,-2 1,0-1,-1 0,0 1,-2-1,0 1,-1 0,-3-10,-1 11,0 2,0-1,-1 1,-1 0,0 1,-1 0,-1 1,1 0,-2 0,1 2,-2-1,1 2,-1 0,-2-1,-62-22,-1 2,-1 5,-2 3,0 3,0 4,-57-1,83 8,36 4,0 2,0 0,0 1,-1 1,1 1,0 0,-13 5,20-4,0 1,0 0,1 0,0 2,0-1,0 2,1-1,0 2,0-1,0 2,1-1,1 1,-1 1,1 0,1 0,0 1,4-1,0 1,0 0,1 0,1 0,-1 1,2-1,0 1,0-1,1 1,1-1,0 1,2 7,-1 24,-4 7,14 89,-9-134,1 1,0-1,0 0,0 0,1-1,0 1,-1-1,2 0,-1 0,0-1,1 0,-1 1,1-2,0 1,0-1,0 0,1 0,32 16,-17-10,1 0,1-1,-1-1,1-2,0 0,0-2,1 0,-1-2,0 0,7-3,11 3,55-1,-61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4:08.8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48 482,'560'5,"-198"56,-92-35,-268-25,0-1,0 1,0-1,0 0,1 0,-1 0,0 0,0 0,0 0,0-1,0 1,0-1,0 1,0-1,0 0,-1 0,1 0,0 0,0 0,-1 0,1 0,0-1,-1 1,1-1,-1 1,0-1,0 1,1-1,-1 0,0 1,0-1,0 0,-1 0,1 0,0 0,-1 0,1 0,-1 0,0 0,0 0,0 0,0 0,0 0,0 0,0 0,0 0,-1 0,1 0,-1 0,0 0,0-1,-77-162,6 32,58 118,-1 1,0 1,-1 1,-1 0,0 1,0 1,-1 0,0 1,-1 2,0-1,0 2,0 1,-1 0,-20-1,-4-6,-14-3,0 1,-1 4,-1 2,0 3,0 2,-44 4,77 4,0 0,0 2,0 1,1 1,0 1,1 1,0 1,1 2,1 0,-15 13,32-22,0 0,1 1,0 0,0 0,0 1,1-1,0 1,0 0,0 0,1 0,0 0,1 1,0-1,0 1,0 0,1-1,0 1,1 0,-1 0,2 7,1-12,-1 1,1-1,0 0,0 0,0 1,1-1,-1-1,1 1,0 0,0-1,0 1,0-1,0 0,0 0,0 0,1 0,-1-1,1 1,0-1,-1 0,1 0,0 0,-1-1,1 1,0-1,0 0,0 0,-1 0,1-1,0 1,0-1,0 0,27 3,223 14,-231-16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4:44.2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7644 419,'-417'-58,"-1469"-193,920 173,-931 47,566 80,1051-25,2 12,-49 22,301-52,-123 36,143-39,1-1,0 1,0 0,0 0,0 0,0 1,0 0,1 0,0 0,0 0,0 1,0 0,1 0,-1 0,1 0,1 0,-1 0,1 1,0 0,0-1,0 1,1 0,0 1,23 259,5 160,-21-392,1-1,2 0,1-1,1 0,2-1,2 0,0-1,2-1,1-1,2 0,0-1,2-1,1-1,1-1,1-1,1-1,23 14,88 71,5-5,4-7,4-6,4-7,3-7,3-7,4-7,133 31,171 20,119-21,3-27,559-12,-87-48,509-83,-1128 34,-2-20,-3-19,-4-19,-5-18,198-94,-505 169,-2-6,-3-4,88-58,-191 106,-1 0,-1 0,0-2,0 1,-1-1,0-1,0 0,-2-1,1 0,-1 0,1-4,-8 11,0-1,-1 1,0-1,0 1,0-1,0 0,-1 1,0-1,0 0,0 0,-1 1,0-1,0 0,-1 1,1-1,-1 1,0 0,-1 0,1 0,-1 0,0 0,0 0,-1 0,-2-2,-59-87,-5 3,-4 3,-34-28,87 92,-57-63,-3 3,-3 4,-4 3,-3 4,-3 5,-4 3,-1 5,-14 0,-28 4,-2 7,-3 6,-1 6,-2 7,-1 7,-58 1,-294-17,-2 23,-476 46,760-17,1 10,2 10,1 9,2 9,-147 58,305-88,0 2,1 2,2 3,-20 15,66-39,0 0,0 0,1 1,0 0,0 0,0 0,1 1,0 0,0 0,0 1,1-1,0 1,0 0,-1 4,2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4:59.1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5:04.0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3T06:15:23.0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6070 578,'-42'-22,"-463"-101,-815-171,1106 247,-1 9,-1 10,-136 2,-948 32,462-6,717 9,0 5,1 5,1 5,-114 40,227-62,-17 4,-1 1,1 1,0 0,0 2,1 1,1 1,-21 14,28-9,1 0,0 0,2 1,0 1,1 0,0 0,2 1,0 0,1 1,2 0,-3 16,0-7,1 0,2 1,1 0,1 0,2 0,1 0,1 0,2 0,1 0,2-1,0 1,11 26,-8-42,-1-1,2 0,0 0,1-1,0-1,1 0,0 0,1-1,13 8,-16-11,66 46,2-3,2-4,84 36,-140-71,170 82,4-9,4-9,3-8,2-10,3-8,2-10,127 5,760 0,-871-41,1374 2,-1543-4,1-3,-1-3,0-2,-1-2,1-4,-2-1,0-4,33-14,-22 1,-1-3,-2-2,-1-4,57-46,-114 77,-1-2,0 1,0-1,-1 0,0 0,-1-1,0 1,-1-1,0 0,0 0,-1 0,-1 0,0-1,0 1,-1 0,-1 0,0-1,0 1,-1 0,-1 0,1 0,-2 0,0 1,-3-7,-18-65,-3 0,-4 2,-4 1,-3 2,-45-67,62 113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F5B-72B7-4871-85D7-8EEF22F03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097FA-EE18-4A1F-8E0D-DBD365A2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F624-17F1-4C7D-ADBA-ED343F7F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683A5-46F7-488C-817A-A4441527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7992-54AD-4213-83A4-0A3E690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79D9-8B99-4FA9-8FEE-07769A0B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F7757-8F5B-4181-AB58-59D9B83E2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CE86-FCFA-417A-897A-2FFDDB75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B5A2B-61A0-48F1-B1FB-BF91EF4D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B6FE-3621-4F85-895D-33FFD56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1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CC39-949C-432D-A714-F410A270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DAA63-9C28-40CE-8799-C23F19096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AB38-B2DC-49F6-9F85-0EA02E21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CAD4-E384-46C8-8203-5E8F8F14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11047-AFB0-4FCA-9879-1B089BED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5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4861-E21C-411D-9FB8-1768C38A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A346-56B6-4054-953E-B9552A257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5A22-516E-486B-9C8A-8D40A78E1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9C4FB-B8A4-4C2F-9A08-433D58A0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FD5D-7F96-45AB-B94A-444F5D0F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E2976-755A-4CDB-9075-2DCC6F88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2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5E9E-5588-4D45-AFCB-71CDE84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D83D-0EA2-4589-9A7D-E7701A4D4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AAB8F-C9CD-4DD1-B3D2-4ED7BF993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7E4D3-5726-43B2-9AFE-69FC11F76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1644A-FFC4-40A7-B1ED-0C4080540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B2C56-EC9E-4010-852A-9243E548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0558B-9B18-4012-845A-00BC4992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134DC-6227-44AD-867F-20E4D8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3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FEE1-D300-4985-9558-54FF9309D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1DD3C-B1D6-4A1C-A713-CA2AECFD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DB69D-4D44-4ABE-997F-874661B5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9D964-7D94-4961-BD23-5BF37A49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8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5375B-3100-4273-9C92-7FC0BD19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62A5E-ECD0-48E4-B54D-05479849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56667-75D5-4DA3-B6CA-CF89877A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4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35-DA08-4A09-8B66-9CE590FD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A81AB-68D4-458A-9946-03722EE8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5C5DE-19EB-4351-95E4-02001F717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106D-1801-4DE2-A256-1FDCAF9E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33F28-D1C7-4913-A773-2420BE7F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E185D-6800-4135-8EF5-21F2EB4D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7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5B4B-B7F4-46B4-A906-0ADE79DF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345D8-EC33-47C1-8B2A-A135F2E58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70C97-45DB-4C60-A203-4CF8EE83C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9424-DC2E-4B85-9B7E-9C30F172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7992B-3B97-400B-9307-D387DEBD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A64CB-1F7F-4742-8B40-DFA0A10D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1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7EBF-2C83-44FE-A2C3-47DE7750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F2BDB-2B8C-4084-9DD7-DFAB857B4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CB1EF-465A-41EB-BEAE-A40635D3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8832-AE48-4347-A321-D91F478F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0E331-5FFA-4042-9C06-96DA610B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ADC5A-39C4-4D63-B2F0-42704C6E9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B840A-70EC-4501-9611-C004A5D41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516A-C714-4CB5-AFB1-0E3DE601E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9B222-5C0E-496F-B48B-84273A0C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1547-D5C6-4BAB-A11F-9CA51D95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3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9D1BE-BB32-4542-97A1-22C3A372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587EF-6F40-4739-960F-1C87273F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40BE-0741-4D6C-A3C3-7E74229D3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F2A95-3603-4DCC-A3FB-200AB643F91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6FB9-6D36-47F7-8F04-0CDF2246E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4D09-37D0-4129-B90E-EB80E07CC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32056-04F5-47FF-97A8-A88C1D537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0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customXml" Target="../ink/ink7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C63B76-EA8C-429A-A0F8-9FA81D10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386"/>
            <a:ext cx="10764277" cy="589322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2B49C0-413D-4157-B63E-7A39F3AFF8ED}"/>
              </a:ext>
            </a:extLst>
          </p:cNvPr>
          <p:cNvSpPr/>
          <p:nvPr/>
        </p:nvSpPr>
        <p:spPr>
          <a:xfrm>
            <a:off x="4522573" y="2446638"/>
            <a:ext cx="2042984" cy="26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Enroll Doctor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A7358-17F1-42E4-AA4C-C5B6EF4D1900}"/>
              </a:ext>
            </a:extLst>
          </p:cNvPr>
          <p:cNvSpPr/>
          <p:nvPr/>
        </p:nvSpPr>
        <p:spPr>
          <a:xfrm>
            <a:off x="2664941" y="2920314"/>
            <a:ext cx="2042984" cy="263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Total Doctors Enrolled</a:t>
            </a:r>
          </a:p>
        </p:txBody>
      </p:sp>
    </p:spTree>
    <p:extLst>
      <p:ext uri="{BB962C8B-B14F-4D97-AF65-F5344CB8AC3E}">
        <p14:creationId xmlns:p14="http://schemas.microsoft.com/office/powerpoint/2010/main" val="261162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D60AEC-8AFA-48D0-8851-ACDD74CD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723" y="0"/>
            <a:ext cx="39045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76CFC7-BDE6-4D3B-B729-548FEB874E7E}"/>
              </a:ext>
            </a:extLst>
          </p:cNvPr>
          <p:cNvSpPr/>
          <p:nvPr/>
        </p:nvSpPr>
        <p:spPr>
          <a:xfrm>
            <a:off x="7887685" y="1878227"/>
            <a:ext cx="3402227" cy="1550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not keep scrolling. Show in box for each doctor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E5715-3C41-4E5B-8332-43D5061B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04" y="307449"/>
            <a:ext cx="2143067" cy="38773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677CEC-7812-430B-BA22-B77C9AB985C0}"/>
              </a:ext>
            </a:extLst>
          </p:cNvPr>
          <p:cNvCxnSpPr/>
          <p:nvPr/>
        </p:nvCxnSpPr>
        <p:spPr>
          <a:xfrm flipH="1" flipV="1">
            <a:off x="3237470" y="2051222"/>
            <a:ext cx="1145060" cy="700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9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7FD29B-A25B-4D6D-B2D9-21F24D863AAA}"/>
                  </a:ext>
                </a:extLst>
              </p14:cNvPr>
              <p14:cNvContentPartPr/>
              <p14:nvPr/>
            </p14:nvContentPartPr>
            <p14:xfrm>
              <a:off x="230643" y="980235"/>
              <a:ext cx="360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7FD29B-A25B-4D6D-B2D9-21F24D863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643" y="971595"/>
                <a:ext cx="2124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D67132-9B60-46FD-B6EE-216C468D1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0503"/>
            <a:ext cx="12192000" cy="59169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90D046-58C7-4DD6-8678-C98C9D60ABF7}"/>
                  </a:ext>
                </a:extLst>
              </p14:cNvPr>
              <p14:cNvContentPartPr/>
              <p14:nvPr/>
            </p14:nvContentPartPr>
            <p14:xfrm>
              <a:off x="1410003" y="2323035"/>
              <a:ext cx="497520" cy="207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90D046-58C7-4DD6-8678-C98C9D60AB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1003" y="2314035"/>
                <a:ext cx="515160" cy="2246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5CDBBA5-F69B-4DCB-AE64-F3BDF45B58B6}"/>
              </a:ext>
            </a:extLst>
          </p:cNvPr>
          <p:cNvSpPr/>
          <p:nvPr/>
        </p:nvSpPr>
        <p:spPr>
          <a:xfrm>
            <a:off x="1342768" y="1705232"/>
            <a:ext cx="1713470" cy="510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bold</a:t>
            </a:r>
          </a:p>
        </p:txBody>
      </p:sp>
    </p:spTree>
    <p:extLst>
      <p:ext uri="{BB962C8B-B14F-4D97-AF65-F5344CB8AC3E}">
        <p14:creationId xmlns:p14="http://schemas.microsoft.com/office/powerpoint/2010/main" val="107448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CA4A6C-5CEB-48E7-984A-4F452CC9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913"/>
            <a:ext cx="12192000" cy="56361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3512F5-2AD3-46CD-A75C-4564483ECA01}"/>
                  </a:ext>
                </a:extLst>
              </p14:cNvPr>
              <p14:cNvContentPartPr/>
              <p14:nvPr/>
            </p14:nvContentPartPr>
            <p14:xfrm>
              <a:off x="3077523" y="2108475"/>
              <a:ext cx="1553400" cy="25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3512F5-2AD3-46CD-A75C-4564483ECA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8523" y="2099475"/>
                <a:ext cx="1571040" cy="2739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FDF81C4-A6E2-4162-A5FE-B469E7920700}"/>
              </a:ext>
            </a:extLst>
          </p:cNvPr>
          <p:cNvSpPr/>
          <p:nvPr/>
        </p:nvSpPr>
        <p:spPr>
          <a:xfrm>
            <a:off x="3410465" y="1762897"/>
            <a:ext cx="963827" cy="256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220822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01B6E-DBA9-46E0-AC94-A7127A9C9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544"/>
            <a:ext cx="12192000" cy="47829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E7EDC9-8544-42B9-A3E3-B959660E237C}"/>
                  </a:ext>
                </a:extLst>
              </p14:cNvPr>
              <p14:cNvContentPartPr/>
              <p14:nvPr/>
            </p14:nvContentPartPr>
            <p14:xfrm>
              <a:off x="1060083" y="2323035"/>
              <a:ext cx="449640" cy="232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E7EDC9-8544-42B9-A3E3-B959660E23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083" y="2314395"/>
                <a:ext cx="4672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7074EF-D16E-47BA-9A25-DC0D09D91F05}"/>
                  </a:ext>
                </a:extLst>
              </p14:cNvPr>
              <p14:cNvContentPartPr/>
              <p14:nvPr/>
            </p14:nvContentPartPr>
            <p14:xfrm>
              <a:off x="1078443" y="3162555"/>
              <a:ext cx="468360" cy="207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7074EF-D16E-47BA-9A25-DC0D09D91F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9443" y="3153915"/>
                <a:ext cx="486000" cy="225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FBCB44-2BC1-4358-83EE-B27F6367057A}"/>
              </a:ext>
            </a:extLst>
          </p:cNvPr>
          <p:cNvSpPr/>
          <p:nvPr/>
        </p:nvSpPr>
        <p:spPr>
          <a:xfrm>
            <a:off x="873211" y="1869989"/>
            <a:ext cx="972065" cy="23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242846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89CF10-3414-4771-A614-5C7A021B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021" y="0"/>
            <a:ext cx="350195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307ED6-9CD3-4774-B2FA-5FEF14D6EBC9}"/>
                  </a:ext>
                </a:extLst>
              </p14:cNvPr>
              <p14:cNvContentPartPr/>
              <p14:nvPr/>
            </p14:nvContentPartPr>
            <p14:xfrm>
              <a:off x="4349043" y="3844755"/>
              <a:ext cx="3900240" cy="94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307ED6-9CD3-4774-B2FA-5FEF14D6EB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0403" y="3836115"/>
                <a:ext cx="3917880" cy="9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741CA9-7942-48D9-85DE-410E62DFF063}"/>
                  </a:ext>
                </a:extLst>
              </p14:cNvPr>
              <p14:cNvContentPartPr/>
              <p14:nvPr/>
            </p14:nvContentPartPr>
            <p14:xfrm>
              <a:off x="2314683" y="2767635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741CA9-7942-48D9-85DE-410E62DFF0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5683" y="27589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7C4BDF-AA15-44F4-B448-0CAD92C5C500}"/>
                  </a:ext>
                </a:extLst>
              </p14:cNvPr>
              <p14:cNvContentPartPr/>
              <p14:nvPr/>
            </p14:nvContentPartPr>
            <p14:xfrm>
              <a:off x="2734803" y="379759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7C4BDF-AA15-44F4-B448-0CAD92C5C5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6163" y="378859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C72E889-8528-46F8-BB0A-C54771B4BD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011" y="-57665"/>
            <a:ext cx="411334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C5406CF-959A-4A71-94FD-6B4BB4656E02}"/>
                  </a:ext>
                </a:extLst>
              </p14:cNvPr>
              <p14:cNvContentPartPr/>
              <p14:nvPr/>
            </p14:nvContentPartPr>
            <p14:xfrm>
              <a:off x="475443" y="5978601"/>
              <a:ext cx="2263680" cy="669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C5406CF-959A-4A71-94FD-6B4BB4656E0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6803" y="5969601"/>
                <a:ext cx="2281320" cy="687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527479F-8875-4BD1-A0FD-C229A448DC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365" y="-57665"/>
            <a:ext cx="4257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4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1C2157-2A34-4837-93B6-D9CDF74F8619}"/>
              </a:ext>
            </a:extLst>
          </p:cNvPr>
          <p:cNvSpPr txBox="1"/>
          <p:nvPr/>
        </p:nvSpPr>
        <p:spPr>
          <a:xfrm>
            <a:off x="593124" y="527222"/>
            <a:ext cx="53710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Physician area of expertise</a:t>
            </a:r>
          </a:p>
          <a:p>
            <a:endParaRPr lang="en-US" dirty="0"/>
          </a:p>
          <a:p>
            <a:r>
              <a:rPr lang="en-US" dirty="0"/>
              <a:t>Hypertension</a:t>
            </a:r>
          </a:p>
          <a:p>
            <a:r>
              <a:rPr lang="en-US" dirty="0"/>
              <a:t>Diabetes</a:t>
            </a:r>
          </a:p>
          <a:p>
            <a:r>
              <a:rPr lang="en-US" dirty="0"/>
              <a:t>Critical Care Respiratory Diseases</a:t>
            </a:r>
          </a:p>
          <a:p>
            <a:r>
              <a:rPr lang="en-US" dirty="0"/>
              <a:t>Emergency Medicine</a:t>
            </a:r>
          </a:p>
          <a:p>
            <a:r>
              <a:rPr lang="en-US" dirty="0"/>
              <a:t>Geriatric Medicine</a:t>
            </a:r>
          </a:p>
          <a:p>
            <a:r>
              <a:rPr lang="en-US" dirty="0"/>
              <a:t>Allergy</a:t>
            </a:r>
          </a:p>
          <a:p>
            <a:r>
              <a:rPr lang="en-US" dirty="0"/>
              <a:t>Asthma</a:t>
            </a:r>
          </a:p>
          <a:p>
            <a:r>
              <a:rPr lang="en-US" dirty="0"/>
              <a:t>Stroke</a:t>
            </a:r>
          </a:p>
          <a:p>
            <a:r>
              <a:rPr lang="en-US" dirty="0"/>
              <a:t>Migraine &amp; Sleep Disorders</a:t>
            </a:r>
          </a:p>
          <a:p>
            <a:r>
              <a:rPr lang="en-US" dirty="0"/>
              <a:t>Vaccination</a:t>
            </a:r>
          </a:p>
          <a:p>
            <a:r>
              <a:rPr lang="en-US" dirty="0"/>
              <a:t>GI Disorders</a:t>
            </a:r>
          </a:p>
          <a:p>
            <a:r>
              <a:rPr lang="en-US" dirty="0"/>
              <a:t>Infectious Disease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BA5EB-EA5D-45F4-A82D-7533402475A7}"/>
              </a:ext>
            </a:extLst>
          </p:cNvPr>
          <p:cNvSpPr txBox="1"/>
          <p:nvPr/>
        </p:nvSpPr>
        <p:spPr>
          <a:xfrm>
            <a:off x="5642919" y="527222"/>
            <a:ext cx="39212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Gyn Area of Expertise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Antenatal Care And Delivery</a:t>
            </a:r>
          </a:p>
          <a:p>
            <a:r>
              <a:rPr lang="en-US" dirty="0"/>
              <a:t>Painless Delivery</a:t>
            </a:r>
          </a:p>
          <a:p>
            <a:r>
              <a:rPr lang="en-US" dirty="0"/>
              <a:t>Infertility Treatment</a:t>
            </a:r>
          </a:p>
          <a:p>
            <a:r>
              <a:rPr lang="en-US" dirty="0"/>
              <a:t>Adolescent Girl Counselling</a:t>
            </a:r>
          </a:p>
          <a:p>
            <a:r>
              <a:rPr lang="en-US" dirty="0"/>
              <a:t>Pre-conception Counseling</a:t>
            </a:r>
          </a:p>
          <a:p>
            <a:r>
              <a:rPr lang="en-US" dirty="0"/>
              <a:t>Treatment Of </a:t>
            </a:r>
            <a:r>
              <a:rPr lang="en-US" dirty="0" err="1"/>
              <a:t>Gynaec</a:t>
            </a:r>
            <a:r>
              <a:rPr lang="en-US" dirty="0"/>
              <a:t> Disorders Menopause Clinic</a:t>
            </a:r>
          </a:p>
          <a:p>
            <a:r>
              <a:rPr lang="en-US" dirty="0"/>
              <a:t>Sonography</a:t>
            </a:r>
          </a:p>
          <a:p>
            <a:r>
              <a:rPr lang="en-US" dirty="0"/>
              <a:t>Obesity </a:t>
            </a:r>
            <a:r>
              <a:rPr lang="en-US" dirty="0" err="1"/>
              <a:t>Managememt</a:t>
            </a:r>
            <a:endParaRPr lang="en-US" dirty="0"/>
          </a:p>
          <a:p>
            <a:r>
              <a:rPr lang="en-US" dirty="0"/>
              <a:t>Cosmetic </a:t>
            </a:r>
            <a:r>
              <a:rPr lang="en-US" dirty="0" err="1"/>
              <a:t>Gynaecology</a:t>
            </a:r>
            <a:endParaRPr lang="en-US" dirty="0"/>
          </a:p>
          <a:p>
            <a:r>
              <a:rPr lang="en-US" dirty="0" err="1"/>
              <a:t>Urogynaecology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632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AA091A-166B-42D4-825B-E44C2CC8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933"/>
            <a:ext cx="12192000" cy="58401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98DB2A-ECE0-4006-AEBA-ACBE0ECFF2DA}"/>
              </a:ext>
            </a:extLst>
          </p:cNvPr>
          <p:cNvSpPr/>
          <p:nvPr/>
        </p:nvSpPr>
        <p:spPr>
          <a:xfrm>
            <a:off x="3517557" y="3328086"/>
            <a:ext cx="1252151" cy="453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Doctor</a:t>
            </a:r>
          </a:p>
        </p:txBody>
      </p:sp>
    </p:spTree>
    <p:extLst>
      <p:ext uri="{BB962C8B-B14F-4D97-AF65-F5344CB8AC3E}">
        <p14:creationId xmlns:p14="http://schemas.microsoft.com/office/powerpoint/2010/main" val="31893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18</cp:revision>
  <dcterms:created xsi:type="dcterms:W3CDTF">2026-06-01T11:20:11Z</dcterms:created>
  <dcterms:modified xsi:type="dcterms:W3CDTF">2026-06-03T06:22:52Z</dcterms:modified>
</cp:coreProperties>
</file>