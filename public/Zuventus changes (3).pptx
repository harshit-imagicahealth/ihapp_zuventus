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1T11:20:22.8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6022 877,'-54'-46,"-86"-46,-3 5,-4 7,-87-31,9 21,-4 10,-3 11,-207-34,198 58,-1 11,-2 10,-194 8,-398 29,510 19,3 15,2 14,-307 101,567-145,1 1,1 4,0 2,2 2,1 3,-39 29,83-50,2 1,-1 1,2 0,-1 0,1 1,1 0,0 1,0 0,1 0,1 0,0 1,1 0,0 0,1 1,0-1,1 1,-1 10,1 243,4-252,3 16,1-1,2 1,1-1,1 0,1-1,2 0,1-1,1 0,2-1,1-1,0 0,2-1,1-2,1 1,1-2,18 14,51 39,2-4,4-4,78 39,-159-97,283 169,7-14,92 25,-255-139,2-5,1-8,2-5,1-7,129 4,842 18,-1005-45,1529 1,-1410-6,0-11,-2-10,0-10,15-14,-213 41,-1-1,0-1,0-2,0-1,-2-2,0-1,0-2,24-17,-46 23,0 0,0 0,-1-1,-1 0,0-1,-1 0,0 0,-1 0,0-1,-1 1,-1-1,0 0,0 0,-2-1,0 1,-1 0,0 0,-1-1,0 1,-4-13,5 21,-12-136,-6 1,-31-118,43 230,-1 0,-1 0,-1 1,-2 0,-1 1,-1 0,-1 1,-2 0,0 1,-2 1,0 1,-2 0,0 2,-16-13,-23-13,-2 2,-2 3,-2 3,-1 3,-2 3,-63-21,71 32,0 2,-2 4,0 2,-1 2,-1 4,1 2,-1 3,0 3,0 2,-18 6,-173 38,103-39,99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2T04:44:40.71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2894 531,'-313'-5,"-32"63,-437 38,414-84,240-14,74 1,-1 3,1 1,0 3,1 3,-26 7,-461 120,536-134,1-1,-1 0,0 1,1-1,-1 1,1 0,-1 0,1 0,0 1,0-1,0 1,0 0,1 0,-1 0,1 0,0 0,-1 1,1-1,1 0,-1 1,1 0,-1-1,1 1,0 0,0 0,1 0,-1 0,1 0,0-1,0 1,0 0,0 0,1 3,12 249,-9-238,1 1,1-1,1-1,0 1,1-1,1 0,1-1,0 0,1 0,1-1,0-1,1 0,0 0,1-2,1 1,0-2,1 0,0-1,0-1,1 0,17 6,34 10,1-3,0-3,2-3,0-4,0-2,1-3,0-4,20-3,807 20,103 3,-114-1,98-1,396 5,1185-27,-1939-35,-160 3,457-27,-482-14,-436 73,0-1,-1 0,1 0,-1-1,0 0,0 0,0 0,0-1,0 0,0 0,-1 0,0-1,0 0,0 0,-1 0,0 0,0-1,0 0,0 0,-1 0,0 0,0 0,1-6,235-364,-231 365,-1 0,0-1,-1 0,0 0,-1 0,-1-1,1 0,-2 0,0 0,-1 0,0 0,-1 0,0-1,-1 1,-1-1,0 1,-1 0,0 0,-1 0,0 0,-1 0,-1 0,0 1,-4-8,-2 0,-1 0,-1 1,0 0,-2 1,0 1,-1 0,0 1,-1 1,-1 0,-1 2,0 0,-1 1,-16-8,-22-4,-2 2,-1 2,0 4,-2 2,1 3,-60-3,-425-16,-196 28,342 4,200 7,-136 25,41-3,-503 47,-417 29,702-69,-355 11,308-27,-16-24,116-51,280 25,-205 18,361 10</inkml:trace>
  <inkml:trace contextRef="#ctx0" brushRef="#br0" timeOffset="2978.788">22413 232,'-2507'15,"1746"-8,-780 33,-535 88,120-108,1236-23,-20 16,253-2,471-11,0 1,1 0,-1 1,0 1,1 1,0 0,0 1,0 1,0 0,1 1,0 0,1 1,-1 1,-7 6,14-3,1 0,0 0,1 0,0 1,1 0,0 0,1 0,1 0,0 0,1 1,0-1,1 1,0-1,1 0,1 1,1 4,-1 29,-1-31,-2 23,2-1,1 1,3 0,1-1,1 0,3 0,11 31,112 200,-121-244,-11-22,0 0,0 0,1 0,-1 1,1-2,0 1,-1 0,1 0,1 0,-1-1,0 1,1-1,-1 0,1 0,0 0,-1 0,1 0,0 0,0-1,0 1,260 28,662-11,-674-21,651-43,1984 20,-1999 27,3839-2,-4675 0,-1-1,0-3,0-2,-1-2,0-2,0-2,-1-3,24-11,-30 6,-1-2,-1-2,-1-2,-1-2,-2-1,0-1,-2-3,-2 0,-1-2,-2-2,-1 0,10-20,-12 12,-2 0,-2-2,-2 0,-2-2,-2 0,-3 0,-1-1,3-46,-13 90,-1-1,0 0,0 0,-1 0,0 0,0 0,-1 0,1 0,-2 0,1 0,-1 1,0-1,0 0,-1 1,0 0,0-1,0 1,-1 0,0 1,0-1,0 1,-1 0,-1-1,-41-31,-2 3,-1 1,-1 3,-25-9,-14 2,-3 4,-1 3,0 5,-2 4,-1 4,-1 4,0 5,-87 4,47-3,1 7,-1 6,1 5,-17 10,142-18,0 0,-1 1,1 1,1 0,-1 0,1 1,0 1,0 0,1 0,0 1,0 0,1 1,0 0,0 1,1 0,-6 9,-17 18,17-23,1 0,0 1,1 1,0 0,2 1,0 0,0 0,2 1,0 0,1 0,1 1,1 0,-1 11,15 16,2-33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2T04:59:40.4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3123 122,'-2'-3,"0"0,0 0,0 0,-1 0,1 0,-1 1,0-1,1 1,-1 0,0 0,-1 0,1 0,0 0,0 1,-1 0,1-1,-1 1,1 0,-1 1,0-1,1 1,-1-1,-2 1,-4-2,-164-29,-2 8,0 8,-1 7,-130 13,125-3,51 1,1 6,0 5,1 6,1 6,-32 14,-283 95,426-128,1 2,0 0,0 1,1 0,0 1,1 1,0 0,1 1,1 1,0 0,0 1,2 0,-6 10,11-18,-164 172,-5-2,169-170,0 0,0 0,0 0,1 1,0-1,0 1,1 0,0 0,0 1,1-1,0 0,0 1,1-1,1 1,-1 0,1-1,1 1,-1 0,1-1,1 1,0-1,0 0,1 1,0-1,0 0,0 0,1-1,2 2,94 172,-10-90,-2-56,1-3,2-4,1-4,0-5,2-3,0-4,47-3,-117-6,294 15,175-17,-240-3,2525 2,-2497-36,464-94,-467 80,505-132,-354 55,-423 125,-1 0,0 0,0 0,0 0,0-1,-1 0,1 0,-1 0,1-1,-1 1,0-1,0 0,-1 0,1 0,-1-1,0 1,0-1,-1 0,1 0,-1 0,0 0,0 0,-1 0,1-1,-1 1,0-1,-1 1,0 0,1-1,-2-4,1-4,-1-1,0 0,-2 1,1-1,-2 1,0 0,0 0,-2 0,0 0,0 1,-1 0,-1 0,0 1,0 0,-2 1,1-1,-1 2,-1-1,0 2,0-1,-1 1,0 1,-1 0,0 1,0 1,-1 0,1 0,-13-2,-290-40,-108 13,-88 19,-43-3,-627-47,928 57,0-11,-195-43,139-13,-5 35,-159 6,2 27,441 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F5B-72B7-4871-85D7-8EEF22F03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097FA-EE18-4A1F-8E0D-DBD365A2B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0F624-17F1-4C7D-ADBA-ED343F7F6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683A5-46F7-488C-817A-A4441527E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E7992-54AD-4213-83A4-0A3E690E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5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79D9-8B99-4FA9-8FEE-07769A0B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F7757-8F5B-4181-AB58-59D9B83E2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8CE86-FCFA-417A-897A-2FFDDB75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B5A2B-61A0-48F1-B1FB-BF91EF4D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8B6FE-3621-4F85-895D-33FFD56A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1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CC39-949C-432D-A714-F410A270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DAA63-9C28-40CE-8799-C23F19096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AB38-B2DC-49F6-9F85-0EA02E21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6CAD4-E384-46C8-8203-5E8F8F147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11047-AFB0-4FCA-9879-1B089BED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5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4861-E21C-411D-9FB8-1768C38A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DA346-56B6-4054-953E-B9552A257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75A22-516E-486B-9C8A-8D40A78E1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9C4FB-B8A4-4C2F-9A08-433D58A0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5FD5D-7F96-45AB-B94A-444F5D0FB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E2976-755A-4CDB-9075-2DCC6F88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2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55E9E-5588-4D45-AFCB-71CDE841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2D83D-0EA2-4589-9A7D-E7701A4D4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AAB8F-C9CD-4DD1-B3D2-4ED7BF993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7E4D3-5726-43B2-9AFE-69FC11F769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1644A-FFC4-40A7-B1ED-0C4080540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B2C56-EC9E-4010-852A-9243E548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0558B-9B18-4012-845A-00BC4992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8134DC-6227-44AD-867F-20E4D830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3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FEE1-D300-4985-9558-54FF9309D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1DD3C-B1D6-4A1C-A713-CA2AECFD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DB69D-4D44-4ABE-997F-874661B5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9D964-7D94-4961-BD23-5BF37A49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8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5375B-3100-4273-9C92-7FC0BD19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62A5E-ECD0-48E4-B54D-054798499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56667-75D5-4DA3-B6CA-CF89877A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4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3935-DA08-4A09-8B66-9CE590FDD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A81AB-68D4-458A-9946-03722EE8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5C5DE-19EB-4351-95E4-02001F717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3106D-1801-4DE2-A256-1FDCAF9E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33F28-D1C7-4913-A773-2420BE7F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E185D-6800-4135-8EF5-21F2EB4D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7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5B4B-B7F4-46B4-A906-0ADE79DF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345D8-EC33-47C1-8B2A-A135F2E58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70C97-45DB-4C60-A203-4CF8EE83C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D9424-DC2E-4B85-9B7E-9C30F172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7992B-3B97-400B-9307-D387DEBDB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A64CB-1F7F-4742-8B40-DFA0A10D9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1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7EBF-2C83-44FE-A2C3-47DE7750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F2BDB-2B8C-4084-9DD7-DFAB857B4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CB1EF-465A-41EB-BEAE-A40635D3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78832-AE48-4347-A321-D91F478F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0E331-5FFA-4042-9C06-96DA610B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4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9ADC5A-39C4-4D63-B2F0-42704C6E9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B840A-70EC-4501-9611-C004A5D41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A516A-C714-4CB5-AFB1-0E3DE601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9B222-5C0E-496F-B48B-84273A0C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C1547-D5C6-4BAB-A11F-9CA51D954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3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B9D1BE-BB32-4542-97A1-22C3A372C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587EF-6F40-4739-960F-1C87273FC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440BE-0741-4D6C-A3C3-7E74229D3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26FB9-6D36-47F7-8F04-0CDF2246E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F4D09-37D0-4129-B90E-EB80E07CC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0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4DDFDE-0E8C-4300-A7FE-41C7EE3F1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65" y="591373"/>
            <a:ext cx="10569146" cy="58093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A8195A-1FDE-4FFD-9201-94FD6545D61F}"/>
                  </a:ext>
                </a:extLst>
              </p14:cNvPr>
              <p14:cNvContentPartPr/>
              <p14:nvPr/>
            </p14:nvContentPartPr>
            <p14:xfrm>
              <a:off x="4389363" y="1414395"/>
              <a:ext cx="2591640" cy="942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A8195A-1FDE-4FFD-9201-94FD6545D6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0723" y="1405395"/>
                <a:ext cx="2609280" cy="9597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6F4A79E-1323-495F-AD63-F5632A1EA9F6}"/>
              </a:ext>
            </a:extLst>
          </p:cNvPr>
          <p:cNvSpPr/>
          <p:nvPr/>
        </p:nvSpPr>
        <p:spPr>
          <a:xfrm>
            <a:off x="7166919" y="1885455"/>
            <a:ext cx="1458097" cy="363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</a:t>
            </a:r>
          </a:p>
        </p:txBody>
      </p:sp>
    </p:spTree>
    <p:extLst>
      <p:ext uri="{BB962C8B-B14F-4D97-AF65-F5344CB8AC3E}">
        <p14:creationId xmlns:p14="http://schemas.microsoft.com/office/powerpoint/2010/main" val="1980635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717398-1947-4E73-AD67-17805FE1A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584"/>
            <a:ext cx="12192000" cy="671883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055015D-C71E-4C69-B5C8-421B7518ED67}"/>
              </a:ext>
            </a:extLst>
          </p:cNvPr>
          <p:cNvCxnSpPr/>
          <p:nvPr/>
        </p:nvCxnSpPr>
        <p:spPr>
          <a:xfrm flipV="1">
            <a:off x="1532238" y="1705232"/>
            <a:ext cx="4720281" cy="103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B118F04-B4F2-4542-A8CF-2E1ADACB0FA1}"/>
              </a:ext>
            </a:extLst>
          </p:cNvPr>
          <p:cNvSpPr/>
          <p:nvPr/>
        </p:nvSpPr>
        <p:spPr>
          <a:xfrm>
            <a:off x="6516130" y="1482811"/>
            <a:ext cx="3039762" cy="733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UID No: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66787-48C7-4926-B935-48506ED05619}"/>
              </a:ext>
            </a:extLst>
          </p:cNvPr>
          <p:cNvSpPr txBox="1"/>
          <p:nvPr/>
        </p:nvSpPr>
        <p:spPr>
          <a:xfrm>
            <a:off x="2150075" y="1849394"/>
            <a:ext cx="2702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(Please verify doctor’s spelling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33E02E-7BB1-4E7B-9B8E-66BCC44B7212}"/>
              </a:ext>
            </a:extLst>
          </p:cNvPr>
          <p:cNvCxnSpPr/>
          <p:nvPr/>
        </p:nvCxnSpPr>
        <p:spPr>
          <a:xfrm flipV="1">
            <a:off x="2290119" y="3665838"/>
            <a:ext cx="1742303" cy="59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D2F2F03-6290-454F-9B66-019ADB576E78}"/>
              </a:ext>
            </a:extLst>
          </p:cNvPr>
          <p:cNvSpPr/>
          <p:nvPr/>
        </p:nvSpPr>
        <p:spPr>
          <a:xfrm>
            <a:off x="3484606" y="3286897"/>
            <a:ext cx="2380736" cy="527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City of MBBS College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090F2B-5D36-4DFE-8363-9C14ECB8F212}"/>
              </a:ext>
            </a:extLst>
          </p:cNvPr>
          <p:cNvCxnSpPr/>
          <p:nvPr/>
        </p:nvCxnSpPr>
        <p:spPr>
          <a:xfrm flipV="1">
            <a:off x="8036011" y="3735860"/>
            <a:ext cx="1742303" cy="59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D624C19-A11C-4823-BDC4-3E59C48E9B59}"/>
              </a:ext>
            </a:extLst>
          </p:cNvPr>
          <p:cNvSpPr/>
          <p:nvPr/>
        </p:nvSpPr>
        <p:spPr>
          <a:xfrm>
            <a:off x="9057504" y="3165388"/>
            <a:ext cx="2380736" cy="527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City of PG Institute</a:t>
            </a:r>
          </a:p>
        </p:txBody>
      </p:sp>
    </p:spTree>
    <p:extLst>
      <p:ext uri="{BB962C8B-B14F-4D97-AF65-F5344CB8AC3E}">
        <p14:creationId xmlns:p14="http://schemas.microsoft.com/office/powerpoint/2010/main" val="258714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B78E66-94A3-453E-8937-49B7113FC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86"/>
            <a:ext cx="12192000" cy="666962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AD7972-8ADD-4334-8E77-7E32DB1D7872}"/>
              </a:ext>
            </a:extLst>
          </p:cNvPr>
          <p:cNvSpPr/>
          <p:nvPr/>
        </p:nvSpPr>
        <p:spPr>
          <a:xfrm>
            <a:off x="749643" y="5338119"/>
            <a:ext cx="3344562" cy="741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we give option for only date and month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3B6BE9-0D70-4D31-8EF8-97F39CE81C70}"/>
              </a:ext>
            </a:extLst>
          </p:cNvPr>
          <p:cNvCxnSpPr/>
          <p:nvPr/>
        </p:nvCxnSpPr>
        <p:spPr>
          <a:xfrm>
            <a:off x="2520778" y="3707027"/>
            <a:ext cx="11203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427FB7-CD0E-45E7-BDFE-86B5318C4A81}"/>
              </a:ext>
            </a:extLst>
          </p:cNvPr>
          <p:cNvSpPr txBox="1"/>
          <p:nvPr/>
        </p:nvSpPr>
        <p:spPr>
          <a:xfrm>
            <a:off x="3772930" y="3608173"/>
            <a:ext cx="416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(You can select multiple areas of expertise)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621809-87B4-4E9D-A7DF-346AF0A2048C}"/>
              </a:ext>
            </a:extLst>
          </p:cNvPr>
          <p:cNvCxnSpPr/>
          <p:nvPr/>
        </p:nvCxnSpPr>
        <p:spPr>
          <a:xfrm flipH="1" flipV="1">
            <a:off x="2001795" y="4646141"/>
            <a:ext cx="395416" cy="626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867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83F660-8776-4F67-940E-60860F459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351"/>
            <a:ext cx="12192000" cy="56572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8D8FAA-EB1F-47C6-8E93-2D52C48F4E1A}"/>
              </a:ext>
            </a:extLst>
          </p:cNvPr>
          <p:cNvSpPr txBox="1"/>
          <p:nvPr/>
        </p:nvSpPr>
        <p:spPr>
          <a:xfrm>
            <a:off x="3089190" y="1746421"/>
            <a:ext cx="5428735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(Please add doctor image above 1 MB and upload doctor image with clear background)</a:t>
            </a:r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3E995B-F78C-41E4-8E90-47B444AC12F3}"/>
              </a:ext>
            </a:extLst>
          </p:cNvPr>
          <p:cNvCxnSpPr/>
          <p:nvPr/>
        </p:nvCxnSpPr>
        <p:spPr>
          <a:xfrm flipH="1">
            <a:off x="1812324" y="1894703"/>
            <a:ext cx="1285103" cy="164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077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AE12D8-5E79-4741-B6CA-2128F6573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9608"/>
            <a:ext cx="12192000" cy="42787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ECB303-303C-428C-A5CF-228F7576AED1}"/>
              </a:ext>
            </a:extLst>
          </p:cNvPr>
          <p:cNvSpPr/>
          <p:nvPr/>
        </p:nvSpPr>
        <p:spPr>
          <a:xfrm>
            <a:off x="3443415" y="1507524"/>
            <a:ext cx="4827373" cy="477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Doctor Visiting Card/ Prescription Pad/ Letter Head</a:t>
            </a:r>
          </a:p>
        </p:txBody>
      </p:sp>
    </p:spTree>
    <p:extLst>
      <p:ext uri="{BB962C8B-B14F-4D97-AF65-F5344CB8AC3E}">
        <p14:creationId xmlns:p14="http://schemas.microsoft.com/office/powerpoint/2010/main" val="115764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CE9223-6171-4BC8-A744-48387C4B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461"/>
            <a:ext cx="12192000" cy="66430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C0D0A6-CBC1-4603-B67D-FFAD15CFAAEA}"/>
                  </a:ext>
                </a:extLst>
              </p14:cNvPr>
              <p14:cNvContentPartPr/>
              <p14:nvPr/>
            </p14:nvContentPartPr>
            <p14:xfrm>
              <a:off x="729243" y="1226115"/>
              <a:ext cx="8475120" cy="636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C0D0A6-CBC1-4603-B67D-FFAD15CFAA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603" y="1217120"/>
                <a:ext cx="8492759" cy="6537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971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B87107-B2F6-491D-9CF7-ED66E65EA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89" y="524027"/>
            <a:ext cx="10354962" cy="49799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57D331-07CB-4406-8676-E1155FBCD614}"/>
              </a:ext>
            </a:extLst>
          </p:cNvPr>
          <p:cNvSpPr/>
          <p:nvPr/>
        </p:nvSpPr>
        <p:spPr>
          <a:xfrm>
            <a:off x="3138617" y="4328984"/>
            <a:ext cx="1120346" cy="210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5201C7-D829-4781-A5DA-339DE5E3C177}"/>
              </a:ext>
            </a:extLst>
          </p:cNvPr>
          <p:cNvSpPr/>
          <p:nvPr/>
        </p:nvSpPr>
        <p:spPr>
          <a:xfrm>
            <a:off x="6096000" y="4328984"/>
            <a:ext cx="1120346" cy="210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3F26C-8202-48AA-AB31-0636081F9B28}"/>
              </a:ext>
            </a:extLst>
          </p:cNvPr>
          <p:cNvSpPr/>
          <p:nvPr/>
        </p:nvSpPr>
        <p:spPr>
          <a:xfrm>
            <a:off x="8954531" y="996778"/>
            <a:ext cx="2734962" cy="15981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photo user capture </a:t>
            </a:r>
            <a:r>
              <a:rPr lang="en-US" dirty="0" err="1"/>
              <a:t>karse</a:t>
            </a:r>
            <a:r>
              <a:rPr lang="en-US" dirty="0"/>
              <a:t> to how will he upload.</a:t>
            </a:r>
          </a:p>
        </p:txBody>
      </p:sp>
    </p:spTree>
    <p:extLst>
      <p:ext uri="{BB962C8B-B14F-4D97-AF65-F5344CB8AC3E}">
        <p14:creationId xmlns:p14="http://schemas.microsoft.com/office/powerpoint/2010/main" val="4264113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D22763-C17C-40C6-B9FF-05499BF76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266"/>
            <a:ext cx="12192000" cy="50254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A7282E-5179-497B-847D-BE00E6F2A1C5}"/>
              </a:ext>
            </a:extLst>
          </p:cNvPr>
          <p:cNvSpPr/>
          <p:nvPr/>
        </p:nvSpPr>
        <p:spPr>
          <a:xfrm>
            <a:off x="3962400" y="4876800"/>
            <a:ext cx="3435178" cy="1491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Poster preview not showing </a:t>
            </a:r>
          </a:p>
        </p:txBody>
      </p:sp>
    </p:spTree>
    <p:extLst>
      <p:ext uri="{BB962C8B-B14F-4D97-AF65-F5344CB8AC3E}">
        <p14:creationId xmlns:p14="http://schemas.microsoft.com/office/powerpoint/2010/main" val="134922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1BB081-45F2-4633-B750-2FFC39E6F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72" y="1304628"/>
            <a:ext cx="9716856" cy="42487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B8366F-2787-485C-998A-3E418F5A30C8}"/>
                  </a:ext>
                </a:extLst>
              </p14:cNvPr>
              <p14:cNvContentPartPr/>
              <p14:nvPr/>
            </p14:nvContentPartPr>
            <p14:xfrm>
              <a:off x="4246803" y="1126035"/>
              <a:ext cx="2691720" cy="539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B8366F-2787-485C-998A-3E418F5A30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7803" y="1117035"/>
                <a:ext cx="2709360" cy="5569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944056C-5FDB-4C28-8F83-E7FD4A3A5127}"/>
              </a:ext>
            </a:extLst>
          </p:cNvPr>
          <p:cNvSpPr/>
          <p:nvPr/>
        </p:nvSpPr>
        <p:spPr>
          <a:xfrm>
            <a:off x="3797643" y="263611"/>
            <a:ext cx="2965622" cy="53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Journey_Frame_Report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570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b390c042-0ed0-41ec-94b0-c1f7008545bf">
            <a:extLst>
              <a:ext uri="{FF2B5EF4-FFF2-40B4-BE49-F238E27FC236}">
                <a16:creationId xmlns:a16="http://schemas.microsoft.com/office/drawing/2014/main" id="{08E504E2-9FCA-454F-B141-B86323AAC1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4F51F-E19C-407A-90CF-BA748D034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3768"/>
            <a:ext cx="10264346" cy="4199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197579-A23E-4351-9772-B790F56C707F}"/>
              </a:ext>
            </a:extLst>
          </p:cNvPr>
          <p:cNvSpPr/>
          <p:nvPr/>
        </p:nvSpPr>
        <p:spPr>
          <a:xfrm>
            <a:off x="6334897" y="288324"/>
            <a:ext cx="4275438" cy="11368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Pls give option to capture image in doctor photo and visiting card </a:t>
            </a:r>
          </a:p>
        </p:txBody>
      </p:sp>
    </p:spTree>
    <p:extLst>
      <p:ext uri="{BB962C8B-B14F-4D97-AF65-F5344CB8AC3E}">
        <p14:creationId xmlns:p14="http://schemas.microsoft.com/office/powerpoint/2010/main" val="249929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e8f52309-9fd0-433a-9ed7-e34971f50c0f">
            <a:extLst>
              <a:ext uri="{FF2B5EF4-FFF2-40B4-BE49-F238E27FC236}">
                <a16:creationId xmlns:a16="http://schemas.microsoft.com/office/drawing/2014/main" id="{B24D21E4-AD68-40C7-91F9-601CF422F9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1443E9-F25C-4D87-B185-91A68342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227" y="0"/>
            <a:ext cx="280554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A5B1DB-B3CF-4379-8731-7220605B013D}"/>
              </a:ext>
            </a:extLst>
          </p:cNvPr>
          <p:cNvSpPr/>
          <p:nvPr/>
        </p:nvSpPr>
        <p:spPr>
          <a:xfrm>
            <a:off x="7498772" y="3023286"/>
            <a:ext cx="2973859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Please remove this should be able to enroll doctor in portrait mode </a:t>
            </a:r>
          </a:p>
        </p:txBody>
      </p:sp>
    </p:spTree>
    <p:extLst>
      <p:ext uri="{BB962C8B-B14F-4D97-AF65-F5344CB8AC3E}">
        <p14:creationId xmlns:p14="http://schemas.microsoft.com/office/powerpoint/2010/main" val="3448602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106</Words>
  <Application>Microsoft Office PowerPoint</Application>
  <PresentationFormat>Widescreen</PresentationFormat>
  <Paragraphs>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8</cp:revision>
  <dcterms:created xsi:type="dcterms:W3CDTF">2026-06-01T11:20:11Z</dcterms:created>
  <dcterms:modified xsi:type="dcterms:W3CDTF">2026-06-02T05:11:04Z</dcterms:modified>
</cp:coreProperties>
</file>